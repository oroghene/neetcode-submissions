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control plane, two stacks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97180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BlackWatch-style DDoS scrubbing-fleet simulation, built twice: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AWS primitives, then Convex — same lifecycle, same demo, different substrate.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43434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32321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343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CA3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configs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40280" y="434340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232321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4343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8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fragmentation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0" y="434340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232321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43434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drain safely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4343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32321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43434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resync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069080" cy="2377440"/>
          </a:xfrm>
          <a:prstGeom prst="roundRect">
            <a:avLst>
              <a:gd name="adj" fmla="val 3077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FREE BLOCK · FLOOR 2 GB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26680" y="22768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edge-1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8240" y="2331720"/>
            <a:ext cx="1463040" cy="146304"/>
          </a:xfrm>
          <a:prstGeom prst="roundRect">
            <a:avLst>
              <a:gd name="adj" fmla="val 50000"/>
            </a:avLst>
          </a:prstGeom>
          <a:solidFill>
            <a:srgbClr val="232321"/>
          </a:solidFill>
          <a:ln w="6350">
            <a:solidFill>
              <a:srgbClr val="33332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2331720"/>
            <a:ext cx="672227" cy="146304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0" y="2290572"/>
            <a:ext cx="18288" cy="228600"/>
          </a:xfrm>
          <a:prstGeom prst="rect">
            <a:avLst/>
          </a:prstGeom>
          <a:solidFill>
            <a:srgbClr val="8A887F"/>
          </a:solidFill>
          <a:ln/>
        </p:spPr>
      </p:sp>
      <p:sp>
        <p:nvSpPr>
          <p:cNvPr id="18" name="Text 16"/>
          <p:cNvSpPr/>
          <p:nvPr/>
        </p:nvSpPr>
        <p:spPr>
          <a:xfrm>
            <a:off x="10332720" y="22768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3764 MB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26680" y="27797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edge-2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78240" y="2834640"/>
            <a:ext cx="1463040" cy="146304"/>
          </a:xfrm>
          <a:prstGeom prst="roundRect">
            <a:avLst>
              <a:gd name="adj" fmla="val 50000"/>
            </a:avLst>
          </a:prstGeom>
          <a:solidFill>
            <a:srgbClr val="232321"/>
          </a:solidFill>
          <a:ln w="6350">
            <a:solidFill>
              <a:srgbClr val="33332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2834640"/>
            <a:ext cx="686514" cy="146304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0" y="2793492"/>
            <a:ext cx="18288" cy="228600"/>
          </a:xfrm>
          <a:prstGeom prst="rect">
            <a:avLst/>
          </a:prstGeom>
          <a:solidFill>
            <a:srgbClr val="8A887F"/>
          </a:solidFill>
          <a:ln/>
        </p:spPr>
      </p:sp>
      <p:sp>
        <p:nvSpPr>
          <p:cNvPr id="23" name="Text 21"/>
          <p:cNvSpPr/>
          <p:nvPr/>
        </p:nvSpPr>
        <p:spPr>
          <a:xfrm>
            <a:off x="10332720" y="27797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3844 MB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26680" y="328269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edge-3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778240" y="3337560"/>
            <a:ext cx="1463040" cy="146304"/>
          </a:xfrm>
          <a:prstGeom prst="roundRect">
            <a:avLst>
              <a:gd name="adj" fmla="val 50000"/>
            </a:avLst>
          </a:prstGeom>
          <a:solidFill>
            <a:srgbClr val="232321"/>
          </a:solidFill>
          <a:ln w="6350">
            <a:solidFill>
              <a:srgbClr val="33332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0" y="3337560"/>
            <a:ext cx="261104" cy="146304"/>
          </a:xfrm>
          <a:prstGeom prst="roundRect">
            <a:avLst>
              <a:gd name="adj" fmla="val 50000"/>
            </a:avLst>
          </a:prstGeom>
          <a:solidFill>
            <a:srgbClr val="D03B3B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0" y="3296412"/>
            <a:ext cx="18288" cy="228600"/>
          </a:xfrm>
          <a:prstGeom prst="rect">
            <a:avLst/>
          </a:prstGeom>
          <a:solidFill>
            <a:srgbClr val="8A887F"/>
          </a:solidFill>
          <a:ln/>
        </p:spPr>
      </p:sp>
      <p:sp>
        <p:nvSpPr>
          <p:cNvPr id="28" name="Text 26"/>
          <p:cNvSpPr/>
          <p:nvPr/>
        </p:nvSpPr>
        <p:spPr>
          <a:xfrm>
            <a:off x="10332720" y="328269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1462 MB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2668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8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</a:t>
            </a:r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edge-3 fragmented → orchestrator will drain it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oroghene/neetcode-submissions · branch claude/convex-product-exploration-03f0yn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simulation from public descriptions — no proprietary internals of any real system.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scrubbing-fleet control plane must 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fleet sits inline with live attack traffic — every operation below has to be safe while packets are flowing through the hosts.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013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CA3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mitigations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6712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ACL / rate-limit / filter configs onto every host, globally, against a 30-second-class load SLA. A slow push is unmitigated attack traffic.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8013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8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host health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216712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Heartbeats plus dataplane memory: largest_free_block_bytes is the early warning — total free memory looks fine while fragmentation makes the next mitigation unloadable.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044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Reboot safely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27024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Unhealthy ≠ safe to drain. Capacity gate per POP, one host per sweep, mutual exclusion between orchestrators — a host mid-mitigation is load-bearing.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70332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9044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 datapath keys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427024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rotation with a grace window: new key active, old key pending retirement until every host confirms reload.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 → mitigate → fragment → drain → reboot → resync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1 — the stack I know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blackwatch-sim-aws: every moving part is code or infrastructure you operate.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858000" cy="804672"/>
          </a:xfrm>
          <a:prstGeom prst="roundRect">
            <a:avLst>
              <a:gd name="adj" fmla="val 9091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+ gRPC + protobuf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0" y="162763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plane: fleet registry, server-streaming config push, backlog replay for reconnecting hosts — ~300 lines that must themselves be operated.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6858000" cy="804672"/>
          </a:xfrm>
          <a:prstGeom prst="roundRect">
            <a:avLst>
              <a:gd name="adj" fmla="val 9091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7860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host agents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25603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configs into a simulated dataplane, measure against the load SLA, report health incl. largest_free_block_bytes.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419856"/>
            <a:ext cx="6858000" cy="804672"/>
          </a:xfrm>
          <a:prstGeom prst="roundRect">
            <a:avLst>
              <a:gd name="adj" fmla="val 9091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1129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DynamoDB lease locks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349300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Auto-reboot mutual exclusion via conditional writes + fencing tokens — the subtlest code in the repo.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352544"/>
            <a:ext cx="6858000" cy="804672"/>
          </a:xfrm>
          <a:prstGeom prst="roundRect">
            <a:avLst>
              <a:gd name="adj" fmla="val 9091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4398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+ EventBridge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442569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DKGR key rotation; retirement grace window enforced by DynamoDB TTL.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5285232"/>
            <a:ext cx="6858000" cy="804672"/>
          </a:xfrm>
          <a:prstGeom prst="roundRect">
            <a:avLst>
              <a:gd name="adj" fmla="val 9091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37667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CDK + CloudWatch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535838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tables, schedules, S3 archive; Prometheus /metrics scraped into a CloudWatch dashboard; EMF from Lambda.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63840" y="1554480"/>
            <a:ext cx="3703320" cy="4572000"/>
          </a:xfrm>
          <a:prstGeom prst="roundRect">
            <a:avLst>
              <a:gd name="adj" fmla="val 1975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182880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232321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828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 × N (Python)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38160" y="2331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 gRPC streams + health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38160" y="265176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232321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2651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98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plane (Go)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38160" y="31546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 ListFleet / DrainHost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38160" y="347472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232321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orchestrator (Python)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38160" y="3977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 lease locks · fencing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38160" y="4297680"/>
            <a:ext cx="1508760" cy="457200"/>
          </a:xfrm>
          <a:prstGeom prst="roundRect">
            <a:avLst>
              <a:gd name="adj" fmla="val 12000"/>
            </a:avLst>
          </a:prstGeom>
          <a:solidFill>
            <a:srgbClr val="232321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0" y="4297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DynamoDB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784080" y="4297680"/>
            <a:ext cx="1508760" cy="457200"/>
          </a:xfrm>
          <a:prstGeom prst="roundRect">
            <a:avLst>
              <a:gd name="adj" fmla="val 12000"/>
            </a:avLst>
          </a:prstGeom>
          <a:solidFill>
            <a:srgbClr val="232321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84080" y="4297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38160" y="498348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232321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8160" y="4983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CDK · CloudWatch · S3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863840" y="56235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runtime pieces, 3 languages, 1 IaC layer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2 — the same system on Convex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blackwatch-sim-convex: the platform's primitives absorb the infrastructure.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858000" cy="804672"/>
          </a:xfrm>
          <a:prstGeom prst="roundRect">
            <a:avLst>
              <a:gd name="adj" fmla="val 9091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0" y="162763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are the infra: hosts, mitigations, rebootLog, datapathKeys, loadEvents. No CDK layer, no codegen.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6858000" cy="804672"/>
          </a:xfrm>
          <a:prstGeom prst="roundRect">
            <a:avLst>
              <a:gd name="adj" fmla="val 9091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7860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mitigations.active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25603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reactive query IS the push pipeline. Agents subscribe; placing a mitigation pushes the new set to every host. Reconnect resync = the same code path.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419856"/>
            <a:ext cx="6858000" cy="804672"/>
          </a:xfrm>
          <a:prstGeom prst="roundRect">
            <a:avLst>
              <a:gd name="adj" fmla="val 9091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1129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orchestrator.sweep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349300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drain decision — classify, capacity-gate, pick victim, audit log — is one serializable transaction. The distributed lock has no equivalent to get wrong.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352544"/>
            <a:ext cx="6858000" cy="804672"/>
          </a:xfrm>
          <a:prstGeom prst="roundRect">
            <a:avLst>
              <a:gd name="adj" fmla="val 9091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4398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crons + scheduler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442569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every 15s; key rotation daily; retirement is a transactionally-scheduled function instead of a TTL.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5285232"/>
            <a:ext cx="6858000" cy="804672"/>
          </a:xfrm>
          <a:prstGeom prst="roundRect">
            <a:avLst>
              <a:gd name="adj" fmla="val 9091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37667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8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535838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@convex-dev/rate-limiter guards the operator API — installed, not built.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63840" y="1554480"/>
            <a:ext cx="3703320" cy="4572000"/>
          </a:xfrm>
          <a:prstGeom prst="roundRect">
            <a:avLst>
              <a:gd name="adj" fmla="val 1975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182880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232321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828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 × N (Node)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38160" y="2331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 subscriptions + mutations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38160" y="2651760"/>
            <a:ext cx="3154680" cy="1051560"/>
          </a:xfrm>
          <a:prstGeom prst="roundRect">
            <a:avLst>
              <a:gd name="adj" fmla="val 5217"/>
            </a:avLst>
          </a:prstGeom>
          <a:solidFill>
            <a:srgbClr val="232321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265176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98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Convex deployment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98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tables · functions · crons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98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(open-source backend)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38160" y="37490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 live queries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38160" y="4069080"/>
            <a:ext cx="3154680" cy="457200"/>
          </a:xfrm>
          <a:prstGeom prst="roundRect">
            <a:avLst>
              <a:gd name="adj" fmla="val 12000"/>
            </a:avLst>
          </a:prstGeom>
          <a:solidFill>
            <a:srgbClr val="232321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4069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3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reactive dashboard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63840" y="48920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against the self-hosted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convex-local-backend binary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863840" y="56235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runtime piece + agents, 1 language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replaced what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48056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88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Concern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88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AWS-style stack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88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 push pipeline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gRPC streams + registry + backlog replay (~300 lines Go)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subscribe to one query (~30 lines)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Reboot mutual exclusion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DynamoDB lease locks + fencing tokens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Gone — sweep is one serializable transaction (OCC)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 channel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RebootCommand message on the stream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field write; agent's subscription delivers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Long-running daemon you deploy and babysit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15-second cron over an internal mutation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retirement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Lambda + EventBridge + DynamoDB TTL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ctx.scheduler.runAfter(grace, retire)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Observability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Prometheus scrape + 2s-poll dashboard + CloudWatch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Metrics are queries; dashboard is subscribed, pushed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trail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 table + careful dual-writes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3C2B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Inserted in the same transaction as the decision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in the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lifecycle executed end-to-end on both builds, locally, no cloud account.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105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propagation p50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79806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mutation → loaded on host. The classic pipeline is built to a 30-second-class SLA; the polling dashboard's freshness floor alone is 2s.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8105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CA3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~300 → ~30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537960" y="2514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push pipeline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279806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registry, backlog replay and reconnect handling collapse into one reactive query.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679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locks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485546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trickiest correctness code in the AWS build has no Convex equivalent to write, test, or get wrong.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70332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38679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8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537960" y="4572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per drain decision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485546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→ capacity gate → drain → audit log commit atomically. Two sweeps can't double-drain a POP.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[edge-3] loaded mit-001 action=drop cidr=203.0.113.0/24 propagation=43ms largest_free_block=3742MB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dashboards, one fleet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232321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polling · every 2s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137160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232321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63640" y="1371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CA3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· pushed, never polled</a:t>
            </a:r>
            <a:endParaRPr lang="en-US" sz="1000" dirty="0"/>
          </a:p>
        </p:txBody>
      </p:sp>
      <p:pic>
        <p:nvPicPr>
          <p:cNvPr id="7" name="Image 0" descr="deck-a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5486400" cy="1892808"/>
          </a:xfrm>
          <a:prstGeom prst="rect">
            <a:avLst/>
          </a:prstGeom>
        </p:spPr>
      </p:pic>
      <p:pic>
        <p:nvPicPr>
          <p:cNvPr id="8" name="Image 1" descr="deck-c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83080"/>
            <a:ext cx="5486400" cy="3291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8862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control plane serves /metrics (Prometheus), /api/fleet, and this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dashboard. Freshness is bounded by the poll interval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consumer polls.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263640" y="52120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are queries over the tables the control plane already writes.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subscriptions drive the page; the reboot audit log commits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atomically with each drain decision. Propagation p50 tile: 35 ms.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fleet state, captured during the same lifecycle — edge-3 fragmented on the left, already drained + rebooted (epoch 4) on the right.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Convex does not replace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half of the comparison — this replaces the control and ops plane, not the system.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1965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dataplane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801368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Line-rate packet scrubbing is C/DPDK on metal. Nothing about a reactive backend touches kernel-bypass packet processing.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7121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8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on-host agent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2852928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still runs on each appliance to load filters and measure memory — here it speaks Convex instead of gRPC.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2277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Fan-out at appliance-fleet scale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3904488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hosts each holding subscriptions is exactly Convex's model — but 10k+ inline appliances would need real load validation.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84632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97433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semantics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4956048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gRPC design degrades explicitly on network partition; here you inherit the Convex client's reconnect behavior.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these is a question worth asking, not a conclusion →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this demo earns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Convex team — each one comes straight from something the build surfaced.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Fan-out ceiling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 trust a query subscription as the config push path for tens of thousands of appliance hosts? Where does the reactor's fan-out actually cap out today?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at scale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14884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metrics queries rerun on every heartbeat write. Is “move it to the aggregate component” the intended pattern, or is incremental view maintenance coming to core?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31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lock I deleted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2976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sweep relies on OCC serializability instead of a distributed lock. At what write-contention level does retry pressure make that trade stop being free?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74904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931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Determinism's edge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42976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built a deterministic runtime to get retries and subscriptions. What workload have you seen where that constraint genuinely didn't fit?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yourself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demos are one script; no cloud account needed for either.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8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blackwatch-sim-aws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grpcio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build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./scripts/demo.sh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dashboard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http://localhost:8061/dashboard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1E1E1C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87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blackwatch-sim-convex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29400" y="21945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convex dev   # “start without an account”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./scripts/demo.sh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dashboard (URL printed by the script)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3C2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http://localhost:8090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525780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232321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2578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CA3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repo: oroghene/neetcode-submissions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69080" y="5257800"/>
            <a:ext cx="4206240" cy="292608"/>
          </a:xfrm>
          <a:prstGeom prst="roundRect">
            <a:avLst>
              <a:gd name="adj" fmla="val 50000"/>
            </a:avLst>
          </a:prstGeom>
          <a:solidFill>
            <a:srgbClr val="232321"/>
          </a:solidFill>
          <a:ln w="9525">
            <a:solidFill>
              <a:srgbClr val="3333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5257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987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dirty="0">
                <a:solidFill>
                  <a:srgbClr val="C3C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branch: claude/convex-product-exploration-03f0yn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replay of both dashboards (no setup): claude.ai artifact “BlackWatch Sim — Dashboard Replay”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2026-08-02T13:42:07Z</dcterms:created>
  <dcterms:modified xsi:type="dcterms:W3CDTF">2026-08-02T13:42:07Z</dcterms:modified>
</cp:coreProperties>
</file>